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553B"/>
    <a:srgbClr val="636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15"/>
    <p:restoredTop sz="94676"/>
  </p:normalViewPr>
  <p:slideViewPr>
    <p:cSldViewPr snapToGrid="0">
      <p:cViewPr>
        <p:scale>
          <a:sx n="110" d="100"/>
          <a:sy n="110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F391A-3A6F-C078-42DA-F75748336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37A4F-4687-C747-D379-9AF732EC2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A6F8A-B7B0-B1BB-9A64-2DD5D567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22B45-6504-4D4E-A2F3-44FB2ADFF71C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C1A15-A378-D029-413D-D487C8FC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68602-FF98-4710-CC7E-04E69DD8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D98DC-FAD8-9C43-9EC3-B987AA793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60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6E30-8FAF-249E-07DF-25C72E9F7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8B93-8320-1221-01FC-37845987F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3AAC6-3424-2984-CFD4-C525306FB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22B45-6504-4D4E-A2F3-44FB2ADFF71C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11D3D-D9C3-D682-C0FE-DEA3D586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D5E0E-B523-16AF-19DE-38C7B8175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D98DC-FAD8-9C43-9EC3-B987AA793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275EA-B1C9-5460-F1CB-5A98040A6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57312-1BFA-4031-76E6-1D82F8F25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FEE60-2D84-C3F2-F9CB-EE31C14B1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22B45-6504-4D4E-A2F3-44FB2ADFF71C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7D437-E043-833A-702D-01D86904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993B6-B411-BE8B-81A8-7DA2D66BF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D98DC-FAD8-9C43-9EC3-B987AA793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86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52A09-1A7A-B393-FF9D-AB658B6E3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1F88E-2315-D0AC-0A49-925D3F71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F4327-5AFA-6C88-B882-C93DD1BCB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04205-9A68-5B6E-21BA-73059B219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22B45-6504-4D4E-A2F3-44FB2ADFF71C}" type="datetimeFigureOut">
              <a:rPr lang="en-US" smtClean="0"/>
              <a:t>3/27/25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399DD-EA23-8D0A-1257-8569EAD7D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E82CE-2598-5B26-5725-904BF35B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D98DC-FAD8-9C43-9EC3-B987AA793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77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E2185-AE29-A68B-B893-CE2A765B2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62D11-07B7-A625-F81E-BD71092F0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B55A72-80E8-CF94-D388-6327B6514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7051A9-D5CC-4FBC-DE3E-BC3F92AE3A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8C766B-A1FB-AA7E-7FCC-C6BF9CAD5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C8B276-0E2C-5A63-C13B-379D0CB35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22B45-6504-4D4E-A2F3-44FB2ADFF71C}" type="datetimeFigureOut">
              <a:rPr lang="en-US" smtClean="0"/>
              <a:t>3/27/25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87CFB9-DC75-5DCA-3E95-71808E6CF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2EA9EF-D5FB-901C-937A-31360B78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D98DC-FAD8-9C43-9EC3-B987AA793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9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FCB82-A3F6-0B57-7447-FA45D913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973FE6-2FAC-F90E-DE33-AF5B671E3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22B45-6504-4D4E-A2F3-44FB2ADFF71C}" type="datetimeFigureOut">
              <a:rPr lang="en-US" smtClean="0"/>
              <a:t>3/27/25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F28C21-8504-E818-A5C9-8603E17E2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C6E82-5CCE-7E57-A50B-FD41A155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D98DC-FAD8-9C43-9EC3-B987AA793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99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65CAB-91D9-A765-FF4F-845FC7D82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22B45-6504-4D4E-A2F3-44FB2ADFF71C}" type="datetimeFigureOut">
              <a:rPr lang="en-US" smtClean="0"/>
              <a:t>3/27/25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A944E-CF48-DEBA-DB92-1637D130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CF73C-9400-CBE1-7CB1-5AAA0280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D98DC-FAD8-9C43-9EC3-B987AA793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86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C66C-6630-30F0-CBE5-DB0BDBEAC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275DB-C2B9-9A4E-3360-28F06CD8E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175AA-ED92-EBC1-83A4-38A594220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B2137-B9ED-DCB4-FBCB-A7988F57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22B45-6504-4D4E-A2F3-44FB2ADFF71C}" type="datetimeFigureOut">
              <a:rPr lang="en-US" smtClean="0"/>
              <a:t>3/27/25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F5693-789B-77AA-248A-38F84BCDB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CF8D0-B1E0-89C2-9997-09276073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D98DC-FAD8-9C43-9EC3-B987AA793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889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5452F-AA38-5E45-E42F-200B8EF12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B75517-E8B6-E779-DEDB-61233A7175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F822F-5B52-C61D-B83B-CDD73A0A0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134D6-AF05-628E-23F5-718FBA86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22B45-6504-4D4E-A2F3-44FB2ADFF71C}" type="datetimeFigureOut">
              <a:rPr lang="en-US" smtClean="0"/>
              <a:t>3/27/25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4C627-A3FB-6C7C-8884-750C4C314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0EE53-0658-F4DA-9896-6522D688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D98DC-FAD8-9C43-9EC3-B987AA793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14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6D56D-C7D2-30A7-51C6-CA39C82B7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75F41-AE06-B8D8-0C0F-8A0FB37D9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AE50C-35E4-1504-4CCB-4B2C14944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22B45-6504-4D4E-A2F3-44FB2ADFF71C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890CE-1D11-33D3-D2E8-D64415607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348CF-F1D6-7DF3-7C6D-E26AB424F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D98DC-FAD8-9C43-9EC3-B987AA793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590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5C5BD9-2DBA-E030-BA41-55B7BAA1E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09C9BF-7B50-E966-0E52-6C2754870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42EE8-94EA-FD0A-BAA6-DAFFDEE00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22B45-6504-4D4E-A2F3-44FB2ADFF71C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14BAF-A73E-1308-AD49-D144B7BA8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B8321-3A61-4B39-569B-0336154F7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D98DC-FAD8-9C43-9EC3-B987AA793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63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87E457-4DE2-BD1D-D0ED-64755839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0E4D4-5B4A-1D9F-EA1D-D640BCB68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E62BF-6227-AB6C-17C6-527DC73859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22B45-6504-4D4E-A2F3-44FB2ADFF71C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B35B7-F627-3CBB-73C4-FF18D52DC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76D1D-2E92-6DB0-D03C-5EA7995E4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AD98DC-FAD8-9C43-9EC3-B987AA793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3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E622FB7-1936-D4AD-91FD-478763A4D166}"/>
              </a:ext>
            </a:extLst>
          </p:cNvPr>
          <p:cNvGrpSpPr/>
          <p:nvPr/>
        </p:nvGrpSpPr>
        <p:grpSpPr>
          <a:xfrm>
            <a:off x="7060347" y="731700"/>
            <a:ext cx="2176040" cy="1516283"/>
            <a:chOff x="851938" y="4056895"/>
            <a:chExt cx="2176040" cy="1516283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DE975CD-253C-BA04-E34F-BA9C0F813A85}"/>
                </a:ext>
              </a:extLst>
            </p:cNvPr>
            <p:cNvSpPr/>
            <p:nvPr/>
          </p:nvSpPr>
          <p:spPr>
            <a:xfrm>
              <a:off x="1100794" y="4189330"/>
              <a:ext cx="1678329" cy="1135024"/>
            </a:xfrm>
            <a:custGeom>
              <a:avLst/>
              <a:gdLst>
                <a:gd name="connsiteX0" fmla="*/ 0 w 1678329"/>
                <a:gd name="connsiteY0" fmla="*/ 1135024 h 1135024"/>
                <a:gd name="connsiteX1" fmla="*/ 405114 w 1678329"/>
                <a:gd name="connsiteY1" fmla="*/ 1030852 h 1135024"/>
                <a:gd name="connsiteX2" fmla="*/ 625033 w 1678329"/>
                <a:gd name="connsiteY2" fmla="*/ 614163 h 1135024"/>
                <a:gd name="connsiteX3" fmla="*/ 833377 w 1678329"/>
                <a:gd name="connsiteY3" fmla="*/ 705 h 1135024"/>
                <a:gd name="connsiteX4" fmla="*/ 1053296 w 1678329"/>
                <a:gd name="connsiteY4" fmla="*/ 741485 h 1135024"/>
                <a:gd name="connsiteX5" fmla="*/ 1331089 w 1678329"/>
                <a:gd name="connsiteY5" fmla="*/ 1042427 h 1135024"/>
                <a:gd name="connsiteX6" fmla="*/ 1678329 w 1678329"/>
                <a:gd name="connsiteY6" fmla="*/ 1088725 h 1135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8329" h="1135024">
                  <a:moveTo>
                    <a:pt x="0" y="1135024"/>
                  </a:moveTo>
                  <a:cubicBezTo>
                    <a:pt x="150471" y="1126343"/>
                    <a:pt x="300942" y="1117662"/>
                    <a:pt x="405114" y="1030852"/>
                  </a:cubicBezTo>
                  <a:cubicBezTo>
                    <a:pt x="509286" y="944042"/>
                    <a:pt x="553656" y="785854"/>
                    <a:pt x="625033" y="614163"/>
                  </a:cubicBezTo>
                  <a:cubicBezTo>
                    <a:pt x="696410" y="442472"/>
                    <a:pt x="762000" y="-20515"/>
                    <a:pt x="833377" y="705"/>
                  </a:cubicBezTo>
                  <a:cubicBezTo>
                    <a:pt x="904754" y="21925"/>
                    <a:pt x="970344" y="567865"/>
                    <a:pt x="1053296" y="741485"/>
                  </a:cubicBezTo>
                  <a:cubicBezTo>
                    <a:pt x="1136248" y="915105"/>
                    <a:pt x="1226917" y="984554"/>
                    <a:pt x="1331089" y="1042427"/>
                  </a:cubicBezTo>
                  <a:cubicBezTo>
                    <a:pt x="1435261" y="1100300"/>
                    <a:pt x="1556795" y="1094512"/>
                    <a:pt x="1678329" y="1088725"/>
                  </a:cubicBezTo>
                </a:path>
              </a:pathLst>
            </a:custGeom>
            <a:noFill/>
            <a:ln>
              <a:solidFill>
                <a:srgbClr val="636E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57C1BA4-BC4F-726F-58AE-011838DE7FDE}"/>
                </a:ext>
              </a:extLst>
            </p:cNvPr>
            <p:cNvSpPr/>
            <p:nvPr/>
          </p:nvSpPr>
          <p:spPr>
            <a:xfrm>
              <a:off x="851938" y="4308292"/>
              <a:ext cx="1412112" cy="1018633"/>
            </a:xfrm>
            <a:custGeom>
              <a:avLst/>
              <a:gdLst>
                <a:gd name="connsiteX0" fmla="*/ 0 w 1412112"/>
                <a:gd name="connsiteY0" fmla="*/ 11575 h 1018633"/>
                <a:gd name="connsiteX1" fmla="*/ 381965 w 1412112"/>
                <a:gd name="connsiteY1" fmla="*/ 150471 h 1018633"/>
                <a:gd name="connsiteX2" fmla="*/ 532436 w 1412112"/>
                <a:gd name="connsiteY2" fmla="*/ 474562 h 1018633"/>
                <a:gd name="connsiteX3" fmla="*/ 706056 w 1412112"/>
                <a:gd name="connsiteY3" fmla="*/ 1018572 h 1018633"/>
                <a:gd name="connsiteX4" fmla="*/ 937550 w 1412112"/>
                <a:gd name="connsiteY4" fmla="*/ 439838 h 1018633"/>
                <a:gd name="connsiteX5" fmla="*/ 1053297 w 1412112"/>
                <a:gd name="connsiteY5" fmla="*/ 173620 h 1018633"/>
                <a:gd name="connsiteX6" fmla="*/ 1412112 w 1412112"/>
                <a:gd name="connsiteY6" fmla="*/ 0 h 1018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2112" h="1018633">
                  <a:moveTo>
                    <a:pt x="0" y="11575"/>
                  </a:moveTo>
                  <a:cubicBezTo>
                    <a:pt x="146613" y="42441"/>
                    <a:pt x="293226" y="73307"/>
                    <a:pt x="381965" y="150471"/>
                  </a:cubicBezTo>
                  <a:cubicBezTo>
                    <a:pt x="470704" y="227636"/>
                    <a:pt x="478421" y="329879"/>
                    <a:pt x="532436" y="474562"/>
                  </a:cubicBezTo>
                  <a:cubicBezTo>
                    <a:pt x="586451" y="619245"/>
                    <a:pt x="638537" y="1024359"/>
                    <a:pt x="706056" y="1018572"/>
                  </a:cubicBezTo>
                  <a:cubicBezTo>
                    <a:pt x="773575" y="1012785"/>
                    <a:pt x="879677" y="580663"/>
                    <a:pt x="937550" y="439838"/>
                  </a:cubicBezTo>
                  <a:cubicBezTo>
                    <a:pt x="995423" y="299013"/>
                    <a:pt x="974203" y="246926"/>
                    <a:pt x="1053297" y="173620"/>
                  </a:cubicBezTo>
                  <a:cubicBezTo>
                    <a:pt x="1132391" y="100314"/>
                    <a:pt x="1272251" y="50157"/>
                    <a:pt x="1412112" y="0"/>
                  </a:cubicBezTo>
                </a:path>
              </a:pathLst>
            </a:custGeom>
            <a:noFill/>
            <a:ln>
              <a:solidFill>
                <a:srgbClr val="EF5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7CB92EC-676A-ACC1-4B99-F82372C51149}"/>
                </a:ext>
              </a:extLst>
            </p:cNvPr>
            <p:cNvCxnSpPr/>
            <p:nvPr/>
          </p:nvCxnSpPr>
          <p:spPr>
            <a:xfrm>
              <a:off x="1018572" y="4056895"/>
              <a:ext cx="0" cy="15162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0CDF8CD-7E28-654A-4919-B901C03052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38" y="5468684"/>
              <a:ext cx="2176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5E67F46-1DE4-9ED1-9074-FB0006109CA6}"/>
                </a:ext>
              </a:extLst>
            </p:cNvPr>
            <p:cNvCxnSpPr>
              <a:cxnSpLocks/>
            </p:cNvCxnSpPr>
            <p:nvPr/>
          </p:nvCxnSpPr>
          <p:spPr>
            <a:xfrm>
              <a:off x="1557994" y="4056895"/>
              <a:ext cx="3990" cy="1428990"/>
            </a:xfrm>
            <a:prstGeom prst="line">
              <a:avLst/>
            </a:prstGeom>
            <a:ln>
              <a:solidFill>
                <a:srgbClr val="EF553B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6A46EF3-E39E-9728-D175-C18DDDD60023}"/>
                </a:ext>
              </a:extLst>
            </p:cNvPr>
            <p:cNvCxnSpPr>
              <a:cxnSpLocks/>
            </p:cNvCxnSpPr>
            <p:nvPr/>
          </p:nvCxnSpPr>
          <p:spPr>
            <a:xfrm>
              <a:off x="1939958" y="4056895"/>
              <a:ext cx="0" cy="1428990"/>
            </a:xfrm>
            <a:prstGeom prst="line">
              <a:avLst/>
            </a:prstGeom>
            <a:ln>
              <a:solidFill>
                <a:srgbClr val="636EFB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D22A0EE-3E5E-6976-0F7D-9A30AF4CB3EB}"/>
              </a:ext>
            </a:extLst>
          </p:cNvPr>
          <p:cNvGrpSpPr/>
          <p:nvPr/>
        </p:nvGrpSpPr>
        <p:grpSpPr>
          <a:xfrm>
            <a:off x="768585" y="716226"/>
            <a:ext cx="2176040" cy="1533484"/>
            <a:chOff x="3955476" y="4039694"/>
            <a:chExt cx="2176040" cy="1533484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4305DB-6803-102F-6B84-AC73D161CA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5476" y="5468684"/>
              <a:ext cx="2176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DA11CC2-18BD-6695-2B7C-E9952460CFDA}"/>
                </a:ext>
              </a:extLst>
            </p:cNvPr>
            <p:cNvGrpSpPr/>
            <p:nvPr/>
          </p:nvGrpSpPr>
          <p:grpSpPr>
            <a:xfrm>
              <a:off x="4122110" y="4039694"/>
              <a:ext cx="1760551" cy="1533484"/>
              <a:chOff x="4122110" y="4039694"/>
              <a:chExt cx="1760551" cy="1533484"/>
            </a:xfrm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7BC2416D-90D6-8569-BCFE-91A368F20C8E}"/>
                  </a:ext>
                </a:extLst>
              </p:cNvPr>
              <p:cNvSpPr/>
              <p:nvPr/>
            </p:nvSpPr>
            <p:spPr>
              <a:xfrm>
                <a:off x="4204332" y="4189330"/>
                <a:ext cx="1678329" cy="1135024"/>
              </a:xfrm>
              <a:custGeom>
                <a:avLst/>
                <a:gdLst>
                  <a:gd name="connsiteX0" fmla="*/ 0 w 1678329"/>
                  <a:gd name="connsiteY0" fmla="*/ 1135024 h 1135024"/>
                  <a:gd name="connsiteX1" fmla="*/ 405114 w 1678329"/>
                  <a:gd name="connsiteY1" fmla="*/ 1030852 h 1135024"/>
                  <a:gd name="connsiteX2" fmla="*/ 625033 w 1678329"/>
                  <a:gd name="connsiteY2" fmla="*/ 614163 h 1135024"/>
                  <a:gd name="connsiteX3" fmla="*/ 833377 w 1678329"/>
                  <a:gd name="connsiteY3" fmla="*/ 705 h 1135024"/>
                  <a:gd name="connsiteX4" fmla="*/ 1053296 w 1678329"/>
                  <a:gd name="connsiteY4" fmla="*/ 741485 h 1135024"/>
                  <a:gd name="connsiteX5" fmla="*/ 1331089 w 1678329"/>
                  <a:gd name="connsiteY5" fmla="*/ 1042427 h 1135024"/>
                  <a:gd name="connsiteX6" fmla="*/ 1678329 w 1678329"/>
                  <a:gd name="connsiteY6" fmla="*/ 1088725 h 11350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8329" h="1135024">
                    <a:moveTo>
                      <a:pt x="0" y="1135024"/>
                    </a:moveTo>
                    <a:cubicBezTo>
                      <a:pt x="150471" y="1126343"/>
                      <a:pt x="300942" y="1117662"/>
                      <a:pt x="405114" y="1030852"/>
                    </a:cubicBezTo>
                    <a:cubicBezTo>
                      <a:pt x="509286" y="944042"/>
                      <a:pt x="553656" y="785854"/>
                      <a:pt x="625033" y="614163"/>
                    </a:cubicBezTo>
                    <a:cubicBezTo>
                      <a:pt x="696410" y="442472"/>
                      <a:pt x="762000" y="-20515"/>
                      <a:pt x="833377" y="705"/>
                    </a:cubicBezTo>
                    <a:cubicBezTo>
                      <a:pt x="904754" y="21925"/>
                      <a:pt x="970344" y="567865"/>
                      <a:pt x="1053296" y="741485"/>
                    </a:cubicBezTo>
                    <a:cubicBezTo>
                      <a:pt x="1136248" y="915105"/>
                      <a:pt x="1226917" y="984554"/>
                      <a:pt x="1331089" y="1042427"/>
                    </a:cubicBezTo>
                    <a:cubicBezTo>
                      <a:pt x="1435261" y="1100300"/>
                      <a:pt x="1556795" y="1094512"/>
                      <a:pt x="1678329" y="1088725"/>
                    </a:cubicBezTo>
                  </a:path>
                </a:pathLst>
              </a:custGeom>
              <a:noFill/>
              <a:ln>
                <a:solidFill>
                  <a:srgbClr val="636EF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ECA8B819-E0F8-FBF9-B65B-EF18700FC6CF}"/>
                  </a:ext>
                </a:extLst>
              </p:cNvPr>
              <p:cNvSpPr/>
              <p:nvPr/>
            </p:nvSpPr>
            <p:spPr>
              <a:xfrm>
                <a:off x="4337440" y="4305721"/>
                <a:ext cx="1412112" cy="1018633"/>
              </a:xfrm>
              <a:custGeom>
                <a:avLst/>
                <a:gdLst>
                  <a:gd name="connsiteX0" fmla="*/ 0 w 1412112"/>
                  <a:gd name="connsiteY0" fmla="*/ 11575 h 1018633"/>
                  <a:gd name="connsiteX1" fmla="*/ 381965 w 1412112"/>
                  <a:gd name="connsiteY1" fmla="*/ 150471 h 1018633"/>
                  <a:gd name="connsiteX2" fmla="*/ 532436 w 1412112"/>
                  <a:gd name="connsiteY2" fmla="*/ 474562 h 1018633"/>
                  <a:gd name="connsiteX3" fmla="*/ 706056 w 1412112"/>
                  <a:gd name="connsiteY3" fmla="*/ 1018572 h 1018633"/>
                  <a:gd name="connsiteX4" fmla="*/ 937550 w 1412112"/>
                  <a:gd name="connsiteY4" fmla="*/ 439838 h 1018633"/>
                  <a:gd name="connsiteX5" fmla="*/ 1053297 w 1412112"/>
                  <a:gd name="connsiteY5" fmla="*/ 173620 h 1018633"/>
                  <a:gd name="connsiteX6" fmla="*/ 1412112 w 1412112"/>
                  <a:gd name="connsiteY6" fmla="*/ 0 h 1018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12112" h="1018633">
                    <a:moveTo>
                      <a:pt x="0" y="11575"/>
                    </a:moveTo>
                    <a:cubicBezTo>
                      <a:pt x="146613" y="42441"/>
                      <a:pt x="293226" y="73307"/>
                      <a:pt x="381965" y="150471"/>
                    </a:cubicBezTo>
                    <a:cubicBezTo>
                      <a:pt x="470704" y="227636"/>
                      <a:pt x="478421" y="329879"/>
                      <a:pt x="532436" y="474562"/>
                    </a:cubicBezTo>
                    <a:cubicBezTo>
                      <a:pt x="586451" y="619245"/>
                      <a:pt x="638537" y="1024359"/>
                      <a:pt x="706056" y="1018572"/>
                    </a:cubicBezTo>
                    <a:cubicBezTo>
                      <a:pt x="773575" y="1012785"/>
                      <a:pt x="879677" y="580663"/>
                      <a:pt x="937550" y="439838"/>
                    </a:cubicBezTo>
                    <a:cubicBezTo>
                      <a:pt x="995423" y="299013"/>
                      <a:pt x="974203" y="246926"/>
                      <a:pt x="1053297" y="173620"/>
                    </a:cubicBezTo>
                    <a:cubicBezTo>
                      <a:pt x="1132391" y="100314"/>
                      <a:pt x="1272251" y="50157"/>
                      <a:pt x="1412112" y="0"/>
                    </a:cubicBezTo>
                  </a:path>
                </a:pathLst>
              </a:custGeom>
              <a:noFill/>
              <a:ln>
                <a:solidFill>
                  <a:srgbClr val="EF553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4E3C20A-6AE0-C08F-7778-EBFA5612812A}"/>
                  </a:ext>
                </a:extLst>
              </p:cNvPr>
              <p:cNvCxnSpPr/>
              <p:nvPr/>
            </p:nvCxnSpPr>
            <p:spPr>
              <a:xfrm>
                <a:off x="4122110" y="4056895"/>
                <a:ext cx="0" cy="151628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EC06602F-4C22-D89E-FA4E-B11841A153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9506" y="4039694"/>
                <a:ext cx="3990" cy="1428990"/>
              </a:xfrm>
              <a:prstGeom prst="line">
                <a:avLst/>
              </a:prstGeom>
              <a:ln>
                <a:solidFill>
                  <a:srgbClr val="EF553B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B588B6D-AF5F-2226-D461-FEE1084564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9506" y="4056895"/>
                <a:ext cx="0" cy="1428990"/>
              </a:xfrm>
              <a:prstGeom prst="line">
                <a:avLst/>
              </a:prstGeom>
              <a:ln>
                <a:solidFill>
                  <a:srgbClr val="636EFB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8CB5C07-06D0-0746-51D1-0E39B3F135DA}"/>
              </a:ext>
            </a:extLst>
          </p:cNvPr>
          <p:cNvGrpSpPr/>
          <p:nvPr/>
        </p:nvGrpSpPr>
        <p:grpSpPr>
          <a:xfrm>
            <a:off x="3779799" y="733427"/>
            <a:ext cx="2266565" cy="1516283"/>
            <a:chOff x="7109901" y="4056895"/>
            <a:chExt cx="2266565" cy="1516283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CA55F557-7430-FFED-0574-20DCF3459718}"/>
                </a:ext>
              </a:extLst>
            </p:cNvPr>
            <p:cNvSpPr/>
            <p:nvPr/>
          </p:nvSpPr>
          <p:spPr>
            <a:xfrm>
              <a:off x="7358757" y="4189330"/>
              <a:ext cx="1678329" cy="1135024"/>
            </a:xfrm>
            <a:custGeom>
              <a:avLst/>
              <a:gdLst>
                <a:gd name="connsiteX0" fmla="*/ 0 w 1678329"/>
                <a:gd name="connsiteY0" fmla="*/ 1135024 h 1135024"/>
                <a:gd name="connsiteX1" fmla="*/ 405114 w 1678329"/>
                <a:gd name="connsiteY1" fmla="*/ 1030852 h 1135024"/>
                <a:gd name="connsiteX2" fmla="*/ 625033 w 1678329"/>
                <a:gd name="connsiteY2" fmla="*/ 614163 h 1135024"/>
                <a:gd name="connsiteX3" fmla="*/ 833377 w 1678329"/>
                <a:gd name="connsiteY3" fmla="*/ 705 h 1135024"/>
                <a:gd name="connsiteX4" fmla="*/ 1053296 w 1678329"/>
                <a:gd name="connsiteY4" fmla="*/ 741485 h 1135024"/>
                <a:gd name="connsiteX5" fmla="*/ 1331089 w 1678329"/>
                <a:gd name="connsiteY5" fmla="*/ 1042427 h 1135024"/>
                <a:gd name="connsiteX6" fmla="*/ 1678329 w 1678329"/>
                <a:gd name="connsiteY6" fmla="*/ 1088725 h 1135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8329" h="1135024">
                  <a:moveTo>
                    <a:pt x="0" y="1135024"/>
                  </a:moveTo>
                  <a:cubicBezTo>
                    <a:pt x="150471" y="1126343"/>
                    <a:pt x="300942" y="1117662"/>
                    <a:pt x="405114" y="1030852"/>
                  </a:cubicBezTo>
                  <a:cubicBezTo>
                    <a:pt x="509286" y="944042"/>
                    <a:pt x="553656" y="785854"/>
                    <a:pt x="625033" y="614163"/>
                  </a:cubicBezTo>
                  <a:cubicBezTo>
                    <a:pt x="696410" y="442472"/>
                    <a:pt x="762000" y="-20515"/>
                    <a:pt x="833377" y="705"/>
                  </a:cubicBezTo>
                  <a:cubicBezTo>
                    <a:pt x="904754" y="21925"/>
                    <a:pt x="970344" y="567865"/>
                    <a:pt x="1053296" y="741485"/>
                  </a:cubicBezTo>
                  <a:cubicBezTo>
                    <a:pt x="1136248" y="915105"/>
                    <a:pt x="1226917" y="984554"/>
                    <a:pt x="1331089" y="1042427"/>
                  </a:cubicBezTo>
                  <a:cubicBezTo>
                    <a:pt x="1435261" y="1100300"/>
                    <a:pt x="1556795" y="1094512"/>
                    <a:pt x="1678329" y="1088725"/>
                  </a:cubicBezTo>
                </a:path>
              </a:pathLst>
            </a:custGeom>
            <a:noFill/>
            <a:ln>
              <a:solidFill>
                <a:srgbClr val="636E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4E5E9D3A-9E29-DF34-930A-59D79E76EF14}"/>
                </a:ext>
              </a:extLst>
            </p:cNvPr>
            <p:cNvSpPr/>
            <p:nvPr/>
          </p:nvSpPr>
          <p:spPr>
            <a:xfrm>
              <a:off x="7964354" y="4305721"/>
              <a:ext cx="1412112" cy="1018633"/>
            </a:xfrm>
            <a:custGeom>
              <a:avLst/>
              <a:gdLst>
                <a:gd name="connsiteX0" fmla="*/ 0 w 1412112"/>
                <a:gd name="connsiteY0" fmla="*/ 11575 h 1018633"/>
                <a:gd name="connsiteX1" fmla="*/ 381965 w 1412112"/>
                <a:gd name="connsiteY1" fmla="*/ 150471 h 1018633"/>
                <a:gd name="connsiteX2" fmla="*/ 532436 w 1412112"/>
                <a:gd name="connsiteY2" fmla="*/ 474562 h 1018633"/>
                <a:gd name="connsiteX3" fmla="*/ 706056 w 1412112"/>
                <a:gd name="connsiteY3" fmla="*/ 1018572 h 1018633"/>
                <a:gd name="connsiteX4" fmla="*/ 937550 w 1412112"/>
                <a:gd name="connsiteY4" fmla="*/ 439838 h 1018633"/>
                <a:gd name="connsiteX5" fmla="*/ 1053297 w 1412112"/>
                <a:gd name="connsiteY5" fmla="*/ 173620 h 1018633"/>
                <a:gd name="connsiteX6" fmla="*/ 1412112 w 1412112"/>
                <a:gd name="connsiteY6" fmla="*/ 0 h 1018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2112" h="1018633">
                  <a:moveTo>
                    <a:pt x="0" y="11575"/>
                  </a:moveTo>
                  <a:cubicBezTo>
                    <a:pt x="146613" y="42441"/>
                    <a:pt x="293226" y="73307"/>
                    <a:pt x="381965" y="150471"/>
                  </a:cubicBezTo>
                  <a:cubicBezTo>
                    <a:pt x="470704" y="227636"/>
                    <a:pt x="478421" y="329879"/>
                    <a:pt x="532436" y="474562"/>
                  </a:cubicBezTo>
                  <a:cubicBezTo>
                    <a:pt x="586451" y="619245"/>
                    <a:pt x="638537" y="1024359"/>
                    <a:pt x="706056" y="1018572"/>
                  </a:cubicBezTo>
                  <a:cubicBezTo>
                    <a:pt x="773575" y="1012785"/>
                    <a:pt x="879677" y="580663"/>
                    <a:pt x="937550" y="439838"/>
                  </a:cubicBezTo>
                  <a:cubicBezTo>
                    <a:pt x="995423" y="299013"/>
                    <a:pt x="974203" y="246926"/>
                    <a:pt x="1053297" y="173620"/>
                  </a:cubicBezTo>
                  <a:cubicBezTo>
                    <a:pt x="1132391" y="100314"/>
                    <a:pt x="1272251" y="50157"/>
                    <a:pt x="1412112" y="0"/>
                  </a:cubicBezTo>
                </a:path>
              </a:pathLst>
            </a:custGeom>
            <a:noFill/>
            <a:ln>
              <a:solidFill>
                <a:srgbClr val="EF5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8D86663-DDE0-9135-CEEE-0949910784D5}"/>
                </a:ext>
              </a:extLst>
            </p:cNvPr>
            <p:cNvCxnSpPr/>
            <p:nvPr/>
          </p:nvCxnSpPr>
          <p:spPr>
            <a:xfrm>
              <a:off x="7276535" y="4056895"/>
              <a:ext cx="0" cy="15162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9D54A04-17CE-7053-6762-57BAB6F0D9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9901" y="5468684"/>
              <a:ext cx="2176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629DAEE-1FC0-2414-165C-8A8441F4738A}"/>
                </a:ext>
              </a:extLst>
            </p:cNvPr>
            <p:cNvCxnSpPr>
              <a:cxnSpLocks/>
            </p:cNvCxnSpPr>
            <p:nvPr/>
          </p:nvCxnSpPr>
          <p:spPr>
            <a:xfrm>
              <a:off x="8664587" y="4056895"/>
              <a:ext cx="3990" cy="1428990"/>
            </a:xfrm>
            <a:prstGeom prst="line">
              <a:avLst/>
            </a:prstGeom>
            <a:ln>
              <a:solidFill>
                <a:srgbClr val="EF553B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6A1EC52-FEBC-1BDA-1F44-0445109A9F12}"/>
                </a:ext>
              </a:extLst>
            </p:cNvPr>
            <p:cNvCxnSpPr>
              <a:cxnSpLocks/>
            </p:cNvCxnSpPr>
            <p:nvPr/>
          </p:nvCxnSpPr>
          <p:spPr>
            <a:xfrm>
              <a:off x="8197921" y="4056895"/>
              <a:ext cx="0" cy="1428990"/>
            </a:xfrm>
            <a:prstGeom prst="line">
              <a:avLst/>
            </a:prstGeom>
            <a:ln>
              <a:solidFill>
                <a:srgbClr val="636EFB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7B6AFBC2-B6FE-17BA-3045-8315DD31179B}"/>
              </a:ext>
            </a:extLst>
          </p:cNvPr>
          <p:cNvSpPr txBox="1"/>
          <p:nvPr/>
        </p:nvSpPr>
        <p:spPr>
          <a:xfrm>
            <a:off x="404857" y="95291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9B1E58-683B-8354-8E95-45EF54D33D5C}"/>
              </a:ext>
            </a:extLst>
          </p:cNvPr>
          <p:cNvSpPr txBox="1"/>
          <p:nvPr/>
        </p:nvSpPr>
        <p:spPr>
          <a:xfrm>
            <a:off x="3437250" y="95291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E1FEC1-5CE0-A40D-9B51-BCBE9D669DD9}"/>
              </a:ext>
            </a:extLst>
          </p:cNvPr>
          <p:cNvSpPr txBox="1"/>
          <p:nvPr/>
        </p:nvSpPr>
        <p:spPr>
          <a:xfrm>
            <a:off x="6579767" y="95291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c)</a:t>
            </a:r>
          </a:p>
        </p:txBody>
      </p:sp>
    </p:spTree>
    <p:extLst>
      <p:ext uri="{BB962C8B-B14F-4D97-AF65-F5344CB8AC3E}">
        <p14:creationId xmlns:p14="http://schemas.microsoft.com/office/powerpoint/2010/main" val="659730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7C17A-8583-03F5-3C95-E881382A0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F4C64CE-F610-E76B-9C32-0A4162174166}"/>
              </a:ext>
            </a:extLst>
          </p:cNvPr>
          <p:cNvGrpSpPr/>
          <p:nvPr/>
        </p:nvGrpSpPr>
        <p:grpSpPr>
          <a:xfrm>
            <a:off x="420183" y="3160572"/>
            <a:ext cx="7911412" cy="3323833"/>
            <a:chOff x="237165" y="681008"/>
            <a:chExt cx="11717670" cy="5101227"/>
          </a:xfrm>
        </p:grpSpPr>
        <p:pic>
          <p:nvPicPr>
            <p:cNvPr id="5" name="Picture 4" descr="A graph showing the growth of the stock market&#10;&#10;AI-generated content may be incorrect.">
              <a:extLst>
                <a:ext uri="{FF2B5EF4-FFF2-40B4-BE49-F238E27FC236}">
                  <a16:creationId xmlns:a16="http://schemas.microsoft.com/office/drawing/2014/main" id="{46E45564-7F3C-9DCD-AE1A-804D952E5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7165" y="681008"/>
              <a:ext cx="11717670" cy="5101227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FADBBB8-F637-1466-E9E5-0378ACAF3C1A}"/>
                </a:ext>
              </a:extLst>
            </p:cNvPr>
            <p:cNvCxnSpPr>
              <a:cxnSpLocks/>
            </p:cNvCxnSpPr>
            <p:nvPr/>
          </p:nvCxnSpPr>
          <p:spPr>
            <a:xfrm>
              <a:off x="1183341" y="971550"/>
              <a:ext cx="0" cy="4386263"/>
            </a:xfrm>
            <a:prstGeom prst="line">
              <a:avLst/>
            </a:prstGeom>
            <a:ln>
              <a:solidFill>
                <a:srgbClr val="636EFB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1A7D417-471D-6D2A-E908-23867CB845AD}"/>
                </a:ext>
              </a:extLst>
            </p:cNvPr>
            <p:cNvCxnSpPr>
              <a:cxnSpLocks/>
            </p:cNvCxnSpPr>
            <p:nvPr/>
          </p:nvCxnSpPr>
          <p:spPr>
            <a:xfrm>
              <a:off x="1253191" y="971550"/>
              <a:ext cx="0" cy="4386263"/>
            </a:xfrm>
            <a:prstGeom prst="line">
              <a:avLst/>
            </a:prstGeom>
            <a:ln>
              <a:solidFill>
                <a:srgbClr val="EF553B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8202775-9F74-ADAA-0D82-5869AD8EB9E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038489"/>
              <a:ext cx="0" cy="4386263"/>
            </a:xfrm>
            <a:prstGeom prst="line">
              <a:avLst/>
            </a:prstGeom>
            <a:ln>
              <a:solidFill>
                <a:srgbClr val="636EFB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A01BE4D-30FC-2808-52E4-CB5E85C94491}"/>
                </a:ext>
              </a:extLst>
            </p:cNvPr>
            <p:cNvCxnSpPr>
              <a:cxnSpLocks/>
            </p:cNvCxnSpPr>
            <p:nvPr/>
          </p:nvCxnSpPr>
          <p:spPr>
            <a:xfrm>
              <a:off x="6681149" y="971549"/>
              <a:ext cx="0" cy="4386263"/>
            </a:xfrm>
            <a:prstGeom prst="line">
              <a:avLst/>
            </a:prstGeom>
            <a:ln>
              <a:solidFill>
                <a:srgbClr val="EF553B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AF62B65-F598-79BB-7A36-EB4FFB9BC841}"/>
                </a:ext>
              </a:extLst>
            </p:cNvPr>
            <p:cNvCxnSpPr>
              <a:cxnSpLocks/>
            </p:cNvCxnSpPr>
            <p:nvPr/>
          </p:nvCxnSpPr>
          <p:spPr>
            <a:xfrm>
              <a:off x="7925454" y="971549"/>
              <a:ext cx="0" cy="4386263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BD1271-21D9-4518-AC08-D2C0874C8BD2}"/>
                </a:ext>
              </a:extLst>
            </p:cNvPr>
            <p:cNvCxnSpPr>
              <a:cxnSpLocks/>
            </p:cNvCxnSpPr>
            <p:nvPr/>
          </p:nvCxnSpPr>
          <p:spPr>
            <a:xfrm>
              <a:off x="4906028" y="971549"/>
              <a:ext cx="0" cy="4386263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C7EFC15-3576-C76A-0F68-F37E9095E7A1}"/>
                </a:ext>
              </a:extLst>
            </p:cNvPr>
            <p:cNvCxnSpPr>
              <a:cxnSpLocks/>
            </p:cNvCxnSpPr>
            <p:nvPr/>
          </p:nvCxnSpPr>
          <p:spPr>
            <a:xfrm>
              <a:off x="3043890" y="971549"/>
              <a:ext cx="0" cy="4386263"/>
            </a:xfrm>
            <a:prstGeom prst="line">
              <a:avLst/>
            </a:prstGeom>
            <a:ln>
              <a:solidFill>
                <a:srgbClr val="636EFB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952000C-54D8-2F61-32CA-1813D651EDD1}"/>
                </a:ext>
              </a:extLst>
            </p:cNvPr>
            <p:cNvCxnSpPr>
              <a:cxnSpLocks/>
            </p:cNvCxnSpPr>
            <p:nvPr/>
          </p:nvCxnSpPr>
          <p:spPr>
            <a:xfrm>
              <a:off x="3097292" y="971549"/>
              <a:ext cx="0" cy="4386263"/>
            </a:xfrm>
            <a:prstGeom prst="line">
              <a:avLst/>
            </a:prstGeom>
            <a:ln>
              <a:solidFill>
                <a:srgbClr val="EF553B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4E4AD07-0709-A3F5-007C-2FF6F838F0A8}"/>
              </a:ext>
            </a:extLst>
          </p:cNvPr>
          <p:cNvGrpSpPr/>
          <p:nvPr/>
        </p:nvGrpSpPr>
        <p:grpSpPr>
          <a:xfrm>
            <a:off x="878543" y="606521"/>
            <a:ext cx="2176040" cy="1516283"/>
            <a:chOff x="851938" y="4056895"/>
            <a:chExt cx="2176040" cy="1516283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3C25D31D-32B2-045F-7E81-5A5C52240640}"/>
                </a:ext>
              </a:extLst>
            </p:cNvPr>
            <p:cNvSpPr/>
            <p:nvPr/>
          </p:nvSpPr>
          <p:spPr>
            <a:xfrm>
              <a:off x="1100794" y="4189330"/>
              <a:ext cx="1678329" cy="1135024"/>
            </a:xfrm>
            <a:custGeom>
              <a:avLst/>
              <a:gdLst>
                <a:gd name="connsiteX0" fmla="*/ 0 w 1678329"/>
                <a:gd name="connsiteY0" fmla="*/ 1135024 h 1135024"/>
                <a:gd name="connsiteX1" fmla="*/ 405114 w 1678329"/>
                <a:gd name="connsiteY1" fmla="*/ 1030852 h 1135024"/>
                <a:gd name="connsiteX2" fmla="*/ 625033 w 1678329"/>
                <a:gd name="connsiteY2" fmla="*/ 614163 h 1135024"/>
                <a:gd name="connsiteX3" fmla="*/ 833377 w 1678329"/>
                <a:gd name="connsiteY3" fmla="*/ 705 h 1135024"/>
                <a:gd name="connsiteX4" fmla="*/ 1053296 w 1678329"/>
                <a:gd name="connsiteY4" fmla="*/ 741485 h 1135024"/>
                <a:gd name="connsiteX5" fmla="*/ 1331089 w 1678329"/>
                <a:gd name="connsiteY5" fmla="*/ 1042427 h 1135024"/>
                <a:gd name="connsiteX6" fmla="*/ 1678329 w 1678329"/>
                <a:gd name="connsiteY6" fmla="*/ 1088725 h 1135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8329" h="1135024">
                  <a:moveTo>
                    <a:pt x="0" y="1135024"/>
                  </a:moveTo>
                  <a:cubicBezTo>
                    <a:pt x="150471" y="1126343"/>
                    <a:pt x="300942" y="1117662"/>
                    <a:pt x="405114" y="1030852"/>
                  </a:cubicBezTo>
                  <a:cubicBezTo>
                    <a:pt x="509286" y="944042"/>
                    <a:pt x="553656" y="785854"/>
                    <a:pt x="625033" y="614163"/>
                  </a:cubicBezTo>
                  <a:cubicBezTo>
                    <a:pt x="696410" y="442472"/>
                    <a:pt x="762000" y="-20515"/>
                    <a:pt x="833377" y="705"/>
                  </a:cubicBezTo>
                  <a:cubicBezTo>
                    <a:pt x="904754" y="21925"/>
                    <a:pt x="970344" y="567865"/>
                    <a:pt x="1053296" y="741485"/>
                  </a:cubicBezTo>
                  <a:cubicBezTo>
                    <a:pt x="1136248" y="915105"/>
                    <a:pt x="1226917" y="984554"/>
                    <a:pt x="1331089" y="1042427"/>
                  </a:cubicBezTo>
                  <a:cubicBezTo>
                    <a:pt x="1435261" y="1100300"/>
                    <a:pt x="1556795" y="1094512"/>
                    <a:pt x="1678329" y="1088725"/>
                  </a:cubicBezTo>
                </a:path>
              </a:pathLst>
            </a:custGeom>
            <a:noFill/>
            <a:ln>
              <a:solidFill>
                <a:srgbClr val="636E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B1B37DF-3C98-99D8-12E9-9CB0992EBE79}"/>
                </a:ext>
              </a:extLst>
            </p:cNvPr>
            <p:cNvSpPr/>
            <p:nvPr/>
          </p:nvSpPr>
          <p:spPr>
            <a:xfrm>
              <a:off x="851938" y="4308292"/>
              <a:ext cx="1412112" cy="1018633"/>
            </a:xfrm>
            <a:custGeom>
              <a:avLst/>
              <a:gdLst>
                <a:gd name="connsiteX0" fmla="*/ 0 w 1412112"/>
                <a:gd name="connsiteY0" fmla="*/ 11575 h 1018633"/>
                <a:gd name="connsiteX1" fmla="*/ 381965 w 1412112"/>
                <a:gd name="connsiteY1" fmla="*/ 150471 h 1018633"/>
                <a:gd name="connsiteX2" fmla="*/ 532436 w 1412112"/>
                <a:gd name="connsiteY2" fmla="*/ 474562 h 1018633"/>
                <a:gd name="connsiteX3" fmla="*/ 706056 w 1412112"/>
                <a:gd name="connsiteY3" fmla="*/ 1018572 h 1018633"/>
                <a:gd name="connsiteX4" fmla="*/ 937550 w 1412112"/>
                <a:gd name="connsiteY4" fmla="*/ 439838 h 1018633"/>
                <a:gd name="connsiteX5" fmla="*/ 1053297 w 1412112"/>
                <a:gd name="connsiteY5" fmla="*/ 173620 h 1018633"/>
                <a:gd name="connsiteX6" fmla="*/ 1412112 w 1412112"/>
                <a:gd name="connsiteY6" fmla="*/ 0 h 1018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2112" h="1018633">
                  <a:moveTo>
                    <a:pt x="0" y="11575"/>
                  </a:moveTo>
                  <a:cubicBezTo>
                    <a:pt x="146613" y="42441"/>
                    <a:pt x="293226" y="73307"/>
                    <a:pt x="381965" y="150471"/>
                  </a:cubicBezTo>
                  <a:cubicBezTo>
                    <a:pt x="470704" y="227636"/>
                    <a:pt x="478421" y="329879"/>
                    <a:pt x="532436" y="474562"/>
                  </a:cubicBezTo>
                  <a:cubicBezTo>
                    <a:pt x="586451" y="619245"/>
                    <a:pt x="638537" y="1024359"/>
                    <a:pt x="706056" y="1018572"/>
                  </a:cubicBezTo>
                  <a:cubicBezTo>
                    <a:pt x="773575" y="1012785"/>
                    <a:pt x="879677" y="580663"/>
                    <a:pt x="937550" y="439838"/>
                  </a:cubicBezTo>
                  <a:cubicBezTo>
                    <a:pt x="995423" y="299013"/>
                    <a:pt x="974203" y="246926"/>
                    <a:pt x="1053297" y="173620"/>
                  </a:cubicBezTo>
                  <a:cubicBezTo>
                    <a:pt x="1132391" y="100314"/>
                    <a:pt x="1272251" y="50157"/>
                    <a:pt x="1412112" y="0"/>
                  </a:cubicBezTo>
                </a:path>
              </a:pathLst>
            </a:custGeom>
            <a:noFill/>
            <a:ln>
              <a:solidFill>
                <a:srgbClr val="EF5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613DB22-4A5E-C2A2-A7DF-D917786A1EC6}"/>
                </a:ext>
              </a:extLst>
            </p:cNvPr>
            <p:cNvCxnSpPr/>
            <p:nvPr/>
          </p:nvCxnSpPr>
          <p:spPr>
            <a:xfrm>
              <a:off x="1018572" y="4056895"/>
              <a:ext cx="0" cy="15162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79DBD4D-665F-CE87-7EC1-2E4B7CA6C4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38" y="5468684"/>
              <a:ext cx="2176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00CB9E9-7672-EEA8-9B10-1E5438C5BF8B}"/>
                </a:ext>
              </a:extLst>
            </p:cNvPr>
            <p:cNvCxnSpPr>
              <a:cxnSpLocks/>
            </p:cNvCxnSpPr>
            <p:nvPr/>
          </p:nvCxnSpPr>
          <p:spPr>
            <a:xfrm>
              <a:off x="1557994" y="4056895"/>
              <a:ext cx="3990" cy="1428990"/>
            </a:xfrm>
            <a:prstGeom prst="line">
              <a:avLst/>
            </a:prstGeom>
            <a:ln>
              <a:solidFill>
                <a:srgbClr val="EF553B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DC64B76-1A64-1620-2850-7CBF1CFBCFEE}"/>
                </a:ext>
              </a:extLst>
            </p:cNvPr>
            <p:cNvCxnSpPr>
              <a:cxnSpLocks/>
            </p:cNvCxnSpPr>
            <p:nvPr/>
          </p:nvCxnSpPr>
          <p:spPr>
            <a:xfrm>
              <a:off x="1939958" y="4056895"/>
              <a:ext cx="0" cy="1428990"/>
            </a:xfrm>
            <a:prstGeom prst="line">
              <a:avLst/>
            </a:prstGeom>
            <a:ln>
              <a:solidFill>
                <a:srgbClr val="636EFB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349D3F7-B4EB-1209-D088-A5A22E7AD038}"/>
              </a:ext>
            </a:extLst>
          </p:cNvPr>
          <p:cNvGrpSpPr/>
          <p:nvPr/>
        </p:nvGrpSpPr>
        <p:grpSpPr>
          <a:xfrm>
            <a:off x="3866605" y="589321"/>
            <a:ext cx="2176040" cy="1533484"/>
            <a:chOff x="3955476" y="4039694"/>
            <a:chExt cx="2176040" cy="1533484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2366999-EA17-9784-BEF1-5452B1B35E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5476" y="5468684"/>
              <a:ext cx="2176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22C1F70-E49C-34CC-0E9F-1250ACE809CD}"/>
                </a:ext>
              </a:extLst>
            </p:cNvPr>
            <p:cNvGrpSpPr/>
            <p:nvPr/>
          </p:nvGrpSpPr>
          <p:grpSpPr>
            <a:xfrm>
              <a:off x="4122110" y="4039694"/>
              <a:ext cx="1760551" cy="1533484"/>
              <a:chOff x="4122110" y="4039694"/>
              <a:chExt cx="1760551" cy="1533484"/>
            </a:xfrm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3F45D39E-BFD7-1198-B8A2-438C44C03D40}"/>
                  </a:ext>
                </a:extLst>
              </p:cNvPr>
              <p:cNvSpPr/>
              <p:nvPr/>
            </p:nvSpPr>
            <p:spPr>
              <a:xfrm>
                <a:off x="4204332" y="4189330"/>
                <a:ext cx="1678329" cy="1135024"/>
              </a:xfrm>
              <a:custGeom>
                <a:avLst/>
                <a:gdLst>
                  <a:gd name="connsiteX0" fmla="*/ 0 w 1678329"/>
                  <a:gd name="connsiteY0" fmla="*/ 1135024 h 1135024"/>
                  <a:gd name="connsiteX1" fmla="*/ 405114 w 1678329"/>
                  <a:gd name="connsiteY1" fmla="*/ 1030852 h 1135024"/>
                  <a:gd name="connsiteX2" fmla="*/ 625033 w 1678329"/>
                  <a:gd name="connsiteY2" fmla="*/ 614163 h 1135024"/>
                  <a:gd name="connsiteX3" fmla="*/ 833377 w 1678329"/>
                  <a:gd name="connsiteY3" fmla="*/ 705 h 1135024"/>
                  <a:gd name="connsiteX4" fmla="*/ 1053296 w 1678329"/>
                  <a:gd name="connsiteY4" fmla="*/ 741485 h 1135024"/>
                  <a:gd name="connsiteX5" fmla="*/ 1331089 w 1678329"/>
                  <a:gd name="connsiteY5" fmla="*/ 1042427 h 1135024"/>
                  <a:gd name="connsiteX6" fmla="*/ 1678329 w 1678329"/>
                  <a:gd name="connsiteY6" fmla="*/ 1088725 h 11350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8329" h="1135024">
                    <a:moveTo>
                      <a:pt x="0" y="1135024"/>
                    </a:moveTo>
                    <a:cubicBezTo>
                      <a:pt x="150471" y="1126343"/>
                      <a:pt x="300942" y="1117662"/>
                      <a:pt x="405114" y="1030852"/>
                    </a:cubicBezTo>
                    <a:cubicBezTo>
                      <a:pt x="509286" y="944042"/>
                      <a:pt x="553656" y="785854"/>
                      <a:pt x="625033" y="614163"/>
                    </a:cubicBezTo>
                    <a:cubicBezTo>
                      <a:pt x="696410" y="442472"/>
                      <a:pt x="762000" y="-20515"/>
                      <a:pt x="833377" y="705"/>
                    </a:cubicBezTo>
                    <a:cubicBezTo>
                      <a:pt x="904754" y="21925"/>
                      <a:pt x="970344" y="567865"/>
                      <a:pt x="1053296" y="741485"/>
                    </a:cubicBezTo>
                    <a:cubicBezTo>
                      <a:pt x="1136248" y="915105"/>
                      <a:pt x="1226917" y="984554"/>
                      <a:pt x="1331089" y="1042427"/>
                    </a:cubicBezTo>
                    <a:cubicBezTo>
                      <a:pt x="1435261" y="1100300"/>
                      <a:pt x="1556795" y="1094512"/>
                      <a:pt x="1678329" y="1088725"/>
                    </a:cubicBezTo>
                  </a:path>
                </a:pathLst>
              </a:custGeom>
              <a:noFill/>
              <a:ln>
                <a:solidFill>
                  <a:srgbClr val="636EF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7A434C4E-A7CF-7152-3CCF-3C8CACCFE338}"/>
                  </a:ext>
                </a:extLst>
              </p:cNvPr>
              <p:cNvSpPr/>
              <p:nvPr/>
            </p:nvSpPr>
            <p:spPr>
              <a:xfrm>
                <a:off x="4337440" y="4305721"/>
                <a:ext cx="1412112" cy="1018633"/>
              </a:xfrm>
              <a:custGeom>
                <a:avLst/>
                <a:gdLst>
                  <a:gd name="connsiteX0" fmla="*/ 0 w 1412112"/>
                  <a:gd name="connsiteY0" fmla="*/ 11575 h 1018633"/>
                  <a:gd name="connsiteX1" fmla="*/ 381965 w 1412112"/>
                  <a:gd name="connsiteY1" fmla="*/ 150471 h 1018633"/>
                  <a:gd name="connsiteX2" fmla="*/ 532436 w 1412112"/>
                  <a:gd name="connsiteY2" fmla="*/ 474562 h 1018633"/>
                  <a:gd name="connsiteX3" fmla="*/ 706056 w 1412112"/>
                  <a:gd name="connsiteY3" fmla="*/ 1018572 h 1018633"/>
                  <a:gd name="connsiteX4" fmla="*/ 937550 w 1412112"/>
                  <a:gd name="connsiteY4" fmla="*/ 439838 h 1018633"/>
                  <a:gd name="connsiteX5" fmla="*/ 1053297 w 1412112"/>
                  <a:gd name="connsiteY5" fmla="*/ 173620 h 1018633"/>
                  <a:gd name="connsiteX6" fmla="*/ 1412112 w 1412112"/>
                  <a:gd name="connsiteY6" fmla="*/ 0 h 1018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12112" h="1018633">
                    <a:moveTo>
                      <a:pt x="0" y="11575"/>
                    </a:moveTo>
                    <a:cubicBezTo>
                      <a:pt x="146613" y="42441"/>
                      <a:pt x="293226" y="73307"/>
                      <a:pt x="381965" y="150471"/>
                    </a:cubicBezTo>
                    <a:cubicBezTo>
                      <a:pt x="470704" y="227636"/>
                      <a:pt x="478421" y="329879"/>
                      <a:pt x="532436" y="474562"/>
                    </a:cubicBezTo>
                    <a:cubicBezTo>
                      <a:pt x="586451" y="619245"/>
                      <a:pt x="638537" y="1024359"/>
                      <a:pt x="706056" y="1018572"/>
                    </a:cubicBezTo>
                    <a:cubicBezTo>
                      <a:pt x="773575" y="1012785"/>
                      <a:pt x="879677" y="580663"/>
                      <a:pt x="937550" y="439838"/>
                    </a:cubicBezTo>
                    <a:cubicBezTo>
                      <a:pt x="995423" y="299013"/>
                      <a:pt x="974203" y="246926"/>
                      <a:pt x="1053297" y="173620"/>
                    </a:cubicBezTo>
                    <a:cubicBezTo>
                      <a:pt x="1132391" y="100314"/>
                      <a:pt x="1272251" y="50157"/>
                      <a:pt x="1412112" y="0"/>
                    </a:cubicBezTo>
                  </a:path>
                </a:pathLst>
              </a:custGeom>
              <a:noFill/>
              <a:ln>
                <a:solidFill>
                  <a:srgbClr val="EF553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89DDEAB-7868-08A5-6A11-12CD28417FB5}"/>
                  </a:ext>
                </a:extLst>
              </p:cNvPr>
              <p:cNvCxnSpPr/>
              <p:nvPr/>
            </p:nvCxnSpPr>
            <p:spPr>
              <a:xfrm>
                <a:off x="4122110" y="4056895"/>
                <a:ext cx="0" cy="151628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8084FB2D-2BCA-1C3F-3D78-298AE4494A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9506" y="4039694"/>
                <a:ext cx="3990" cy="1428990"/>
              </a:xfrm>
              <a:prstGeom prst="line">
                <a:avLst/>
              </a:prstGeom>
              <a:ln>
                <a:solidFill>
                  <a:srgbClr val="EF553B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36BD3FFD-B333-0A7A-3469-02695AD6BD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9506" y="4056895"/>
                <a:ext cx="0" cy="1428990"/>
              </a:xfrm>
              <a:prstGeom prst="line">
                <a:avLst/>
              </a:prstGeom>
              <a:ln>
                <a:solidFill>
                  <a:srgbClr val="636EFB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D23DCDD-EA65-9BC3-894E-78F8EECA24B0}"/>
              </a:ext>
            </a:extLst>
          </p:cNvPr>
          <p:cNvGrpSpPr/>
          <p:nvPr/>
        </p:nvGrpSpPr>
        <p:grpSpPr>
          <a:xfrm>
            <a:off x="7243575" y="606521"/>
            <a:ext cx="2266565" cy="1516283"/>
            <a:chOff x="7109901" y="4056895"/>
            <a:chExt cx="2266565" cy="1516283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4125F270-DB7A-4DFC-65AA-48D088A507C1}"/>
                </a:ext>
              </a:extLst>
            </p:cNvPr>
            <p:cNvSpPr/>
            <p:nvPr/>
          </p:nvSpPr>
          <p:spPr>
            <a:xfrm>
              <a:off x="7358757" y="4189330"/>
              <a:ext cx="1678329" cy="1135024"/>
            </a:xfrm>
            <a:custGeom>
              <a:avLst/>
              <a:gdLst>
                <a:gd name="connsiteX0" fmla="*/ 0 w 1678329"/>
                <a:gd name="connsiteY0" fmla="*/ 1135024 h 1135024"/>
                <a:gd name="connsiteX1" fmla="*/ 405114 w 1678329"/>
                <a:gd name="connsiteY1" fmla="*/ 1030852 h 1135024"/>
                <a:gd name="connsiteX2" fmla="*/ 625033 w 1678329"/>
                <a:gd name="connsiteY2" fmla="*/ 614163 h 1135024"/>
                <a:gd name="connsiteX3" fmla="*/ 833377 w 1678329"/>
                <a:gd name="connsiteY3" fmla="*/ 705 h 1135024"/>
                <a:gd name="connsiteX4" fmla="*/ 1053296 w 1678329"/>
                <a:gd name="connsiteY4" fmla="*/ 741485 h 1135024"/>
                <a:gd name="connsiteX5" fmla="*/ 1331089 w 1678329"/>
                <a:gd name="connsiteY5" fmla="*/ 1042427 h 1135024"/>
                <a:gd name="connsiteX6" fmla="*/ 1678329 w 1678329"/>
                <a:gd name="connsiteY6" fmla="*/ 1088725 h 1135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8329" h="1135024">
                  <a:moveTo>
                    <a:pt x="0" y="1135024"/>
                  </a:moveTo>
                  <a:cubicBezTo>
                    <a:pt x="150471" y="1126343"/>
                    <a:pt x="300942" y="1117662"/>
                    <a:pt x="405114" y="1030852"/>
                  </a:cubicBezTo>
                  <a:cubicBezTo>
                    <a:pt x="509286" y="944042"/>
                    <a:pt x="553656" y="785854"/>
                    <a:pt x="625033" y="614163"/>
                  </a:cubicBezTo>
                  <a:cubicBezTo>
                    <a:pt x="696410" y="442472"/>
                    <a:pt x="762000" y="-20515"/>
                    <a:pt x="833377" y="705"/>
                  </a:cubicBezTo>
                  <a:cubicBezTo>
                    <a:pt x="904754" y="21925"/>
                    <a:pt x="970344" y="567865"/>
                    <a:pt x="1053296" y="741485"/>
                  </a:cubicBezTo>
                  <a:cubicBezTo>
                    <a:pt x="1136248" y="915105"/>
                    <a:pt x="1226917" y="984554"/>
                    <a:pt x="1331089" y="1042427"/>
                  </a:cubicBezTo>
                  <a:cubicBezTo>
                    <a:pt x="1435261" y="1100300"/>
                    <a:pt x="1556795" y="1094512"/>
                    <a:pt x="1678329" y="1088725"/>
                  </a:cubicBezTo>
                </a:path>
              </a:pathLst>
            </a:custGeom>
            <a:noFill/>
            <a:ln>
              <a:solidFill>
                <a:srgbClr val="636E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5726841E-C1CB-28A1-199A-BAC84BAAED0E}"/>
                </a:ext>
              </a:extLst>
            </p:cNvPr>
            <p:cNvSpPr/>
            <p:nvPr/>
          </p:nvSpPr>
          <p:spPr>
            <a:xfrm>
              <a:off x="7964354" y="4305721"/>
              <a:ext cx="1412112" cy="1018633"/>
            </a:xfrm>
            <a:custGeom>
              <a:avLst/>
              <a:gdLst>
                <a:gd name="connsiteX0" fmla="*/ 0 w 1412112"/>
                <a:gd name="connsiteY0" fmla="*/ 11575 h 1018633"/>
                <a:gd name="connsiteX1" fmla="*/ 381965 w 1412112"/>
                <a:gd name="connsiteY1" fmla="*/ 150471 h 1018633"/>
                <a:gd name="connsiteX2" fmla="*/ 532436 w 1412112"/>
                <a:gd name="connsiteY2" fmla="*/ 474562 h 1018633"/>
                <a:gd name="connsiteX3" fmla="*/ 706056 w 1412112"/>
                <a:gd name="connsiteY3" fmla="*/ 1018572 h 1018633"/>
                <a:gd name="connsiteX4" fmla="*/ 937550 w 1412112"/>
                <a:gd name="connsiteY4" fmla="*/ 439838 h 1018633"/>
                <a:gd name="connsiteX5" fmla="*/ 1053297 w 1412112"/>
                <a:gd name="connsiteY5" fmla="*/ 173620 h 1018633"/>
                <a:gd name="connsiteX6" fmla="*/ 1412112 w 1412112"/>
                <a:gd name="connsiteY6" fmla="*/ 0 h 1018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2112" h="1018633">
                  <a:moveTo>
                    <a:pt x="0" y="11575"/>
                  </a:moveTo>
                  <a:cubicBezTo>
                    <a:pt x="146613" y="42441"/>
                    <a:pt x="293226" y="73307"/>
                    <a:pt x="381965" y="150471"/>
                  </a:cubicBezTo>
                  <a:cubicBezTo>
                    <a:pt x="470704" y="227636"/>
                    <a:pt x="478421" y="329879"/>
                    <a:pt x="532436" y="474562"/>
                  </a:cubicBezTo>
                  <a:cubicBezTo>
                    <a:pt x="586451" y="619245"/>
                    <a:pt x="638537" y="1024359"/>
                    <a:pt x="706056" y="1018572"/>
                  </a:cubicBezTo>
                  <a:cubicBezTo>
                    <a:pt x="773575" y="1012785"/>
                    <a:pt x="879677" y="580663"/>
                    <a:pt x="937550" y="439838"/>
                  </a:cubicBezTo>
                  <a:cubicBezTo>
                    <a:pt x="995423" y="299013"/>
                    <a:pt x="974203" y="246926"/>
                    <a:pt x="1053297" y="173620"/>
                  </a:cubicBezTo>
                  <a:cubicBezTo>
                    <a:pt x="1132391" y="100314"/>
                    <a:pt x="1272251" y="50157"/>
                    <a:pt x="1412112" y="0"/>
                  </a:cubicBezTo>
                </a:path>
              </a:pathLst>
            </a:custGeom>
            <a:noFill/>
            <a:ln>
              <a:solidFill>
                <a:srgbClr val="EF5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EBD7899-4CA0-D12C-6933-E55909764F43}"/>
                </a:ext>
              </a:extLst>
            </p:cNvPr>
            <p:cNvCxnSpPr/>
            <p:nvPr/>
          </p:nvCxnSpPr>
          <p:spPr>
            <a:xfrm>
              <a:off x="7276535" y="4056895"/>
              <a:ext cx="0" cy="15162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AF41535-06B2-1A58-FC98-4E5F5134F9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9901" y="5468684"/>
              <a:ext cx="2176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D3AA15E-3944-05A2-2660-46FDD500527F}"/>
                </a:ext>
              </a:extLst>
            </p:cNvPr>
            <p:cNvCxnSpPr>
              <a:cxnSpLocks/>
            </p:cNvCxnSpPr>
            <p:nvPr/>
          </p:nvCxnSpPr>
          <p:spPr>
            <a:xfrm>
              <a:off x="8664587" y="4056895"/>
              <a:ext cx="3990" cy="1428990"/>
            </a:xfrm>
            <a:prstGeom prst="line">
              <a:avLst/>
            </a:prstGeom>
            <a:ln>
              <a:solidFill>
                <a:srgbClr val="EF553B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DF255CE-57A0-C58C-444D-95BDCB7D8669}"/>
                </a:ext>
              </a:extLst>
            </p:cNvPr>
            <p:cNvCxnSpPr>
              <a:cxnSpLocks/>
            </p:cNvCxnSpPr>
            <p:nvPr/>
          </p:nvCxnSpPr>
          <p:spPr>
            <a:xfrm>
              <a:off x="8197921" y="4056895"/>
              <a:ext cx="0" cy="1428990"/>
            </a:xfrm>
            <a:prstGeom prst="line">
              <a:avLst/>
            </a:prstGeom>
            <a:ln>
              <a:solidFill>
                <a:srgbClr val="636EFB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585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2952</TotalTime>
  <Words>6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Estefania Roldin Nicolau</dc:creator>
  <cp:lastModifiedBy>Estefania Roldin Nicolau</cp:lastModifiedBy>
  <cp:revision>1</cp:revision>
  <dcterms:created xsi:type="dcterms:W3CDTF">2025-03-27T20:28:19Z</dcterms:created>
  <dcterms:modified xsi:type="dcterms:W3CDTF">2025-03-29T21:41:10Z</dcterms:modified>
</cp:coreProperties>
</file>