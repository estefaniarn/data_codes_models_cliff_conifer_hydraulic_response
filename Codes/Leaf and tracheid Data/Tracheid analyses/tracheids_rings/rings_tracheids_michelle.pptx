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0"/>
    <p:restoredTop sz="94704"/>
  </p:normalViewPr>
  <p:slideViewPr>
    <p:cSldViewPr snapToGrid="0">
      <p:cViewPr>
        <p:scale>
          <a:sx n="110" d="100"/>
          <a:sy n="110" d="100"/>
        </p:scale>
        <p:origin x="-14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9CC4-B125-CC87-D544-440E953C8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DCF0B-D537-AF26-1C47-652861F21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93CB8-98E5-D65B-5A67-6C218F22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CF9B-7F60-E585-0499-D353B319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AB6CD-B133-F92A-3538-CDD34999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EDA5-275C-E035-1BCD-C355CC59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9027D-0383-C9EC-D565-70D64AD35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A889A-FD13-7DA7-51A5-66EFE456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0A542-5229-72C8-1D4D-0366320F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5591-2C9F-AD00-58FB-9D6F0572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8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487A-318A-19A8-015F-CA9D2C45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64F49-7A80-C646-3D2E-57747CADE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A79B-661D-9FF6-02AE-E924DAAE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50663-4344-E182-0567-D8845968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40149-D3D1-EC62-0B9A-73566CD2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54F3-24C7-018B-874D-4B070811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7E9D-11A7-DB62-4CBB-57E625A8A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9005B-F280-61EA-2200-EA6539CB0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88E34-86D3-5014-3782-775F7477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BFAB7-7052-9FF3-312E-80A4233D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71071-D568-24C0-3057-932A48B4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4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FDD6-E74B-690B-31A9-662C63CF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61888-2B73-B298-A2E0-11138D4D6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F14D1-5AD6-B25E-ED4B-997FB3BA3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F8F60-DEFE-BD01-8897-3FA4B0197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4B240-3676-2DD8-6677-F8F586F77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0763E-172D-A5F4-7ABF-0DF15996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45137-C46B-4DD0-610A-DE77D53D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0670A7-E146-527F-E7A4-25DF9D55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4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361C-D8C5-C2B1-9266-1F1A1BD3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E85EE-F274-5FAB-DF69-D1AAA859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F52D6-20FA-C75D-672A-044D8BB9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00F66-352C-C747-0983-FA3CBB5D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1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795CB-F253-8CC5-E56D-CB071B4E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61804-404F-2757-3DFE-73818C2E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7E228-794C-50BE-9564-F371704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8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95849-B2F3-D5D9-E631-A3856454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DD566-0977-59AD-D9A5-AE3EC7CDB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DBD5D-83B2-156A-8420-8C9D1BD5C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F28F3-D1F3-4163-723F-FDFF3E5D9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63BDD-3B8C-1F20-7976-68D76AF7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A4F85-6DC4-084E-BC18-634DF389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4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AB03-FE89-66E3-C2CD-ED81EB26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0F9D3-AB0E-7BED-E8DC-9E485A991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6BB2E-90CC-6BDE-6F29-AF2FF1A2C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FC508-7307-BF48-DD66-61BD5B81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14336-4E59-F1C6-03C8-F1A037D6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827C4-281E-E8A5-1092-086EEBA1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1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433A-495E-D757-1CC7-C6CE9614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0A7DA-573D-C46F-7FCA-87F699ACF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BB07A-CE25-8F2A-F450-6E645E15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25EDA-DF26-3457-0990-82FC8CED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21C72-ABD9-46F2-E9B5-F07AB6D8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6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01198-E4C2-7FF9-33C4-5BBBBE9A9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BB551-C0B8-71D4-3DE0-60BFB73BD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947D-6F19-E487-2952-15ACFB1A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74815-A146-5041-6FD8-7B3420AB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91916-2693-E1B8-4A1F-E306D314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2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62F1F-FC0B-3832-4AF5-D82A9E78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15DE9-6039-6A40-348D-45C3B4B9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101D1-2071-4F6C-8498-273A9C73C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09269-121F-AE4F-877E-CFABE22377EA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192BA-8CB6-B66E-DD8E-79E91513A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A0A1E-D73C-B836-2A5F-2E0E1DDC4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DE152-48E2-0E43-9B01-D9CE1550A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1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B88CF6F-18CB-B61A-D614-5139877DE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48" y="0"/>
            <a:ext cx="5152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document&#10;&#10;AI-generated content may be incorrect.">
            <a:extLst>
              <a:ext uri="{FF2B5EF4-FFF2-40B4-BE49-F238E27FC236}">
                <a16:creationId xmlns:a16="http://schemas.microsoft.com/office/drawing/2014/main" id="{7FD6C21C-D860-FCC2-BB78-B5937700D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0460" y="0"/>
            <a:ext cx="5911079" cy="6858000"/>
          </a:xfrm>
        </p:spPr>
      </p:pic>
    </p:spTree>
    <p:extLst>
      <p:ext uri="{BB962C8B-B14F-4D97-AF65-F5344CB8AC3E}">
        <p14:creationId xmlns:p14="http://schemas.microsoft.com/office/powerpoint/2010/main" val="382860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3D17-CBB0-A21D-6BA2-CDB7F3FB3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with green and blue squares&#10;&#10;AI-generated content may be incorrect.">
            <a:extLst>
              <a:ext uri="{FF2B5EF4-FFF2-40B4-BE49-F238E27FC236}">
                <a16:creationId xmlns:a16="http://schemas.microsoft.com/office/drawing/2014/main" id="{6DC56B4E-2350-85CF-DB17-33ECEB939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5558" y="358378"/>
            <a:ext cx="7580883" cy="6141244"/>
          </a:xfrm>
        </p:spPr>
      </p:pic>
    </p:spTree>
    <p:extLst>
      <p:ext uri="{BB962C8B-B14F-4D97-AF65-F5344CB8AC3E}">
        <p14:creationId xmlns:p14="http://schemas.microsoft.com/office/powerpoint/2010/main" val="361966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4050-5A90-1B4D-B8F2-78380E90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screenshot of a graph&#10;&#10;AI-generated content may be incorrect.">
            <a:extLst>
              <a:ext uri="{FF2B5EF4-FFF2-40B4-BE49-F238E27FC236}">
                <a16:creationId xmlns:a16="http://schemas.microsoft.com/office/drawing/2014/main" id="{0648F109-31CA-4334-BA23-F130C023D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9903" y="10796"/>
            <a:ext cx="4103648" cy="6777705"/>
          </a:xfrm>
        </p:spPr>
      </p:pic>
    </p:spTree>
    <p:extLst>
      <p:ext uri="{BB962C8B-B14F-4D97-AF65-F5344CB8AC3E}">
        <p14:creationId xmlns:p14="http://schemas.microsoft.com/office/powerpoint/2010/main" val="378871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D1ADF-4EF0-7903-D257-451B17B4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E7434FCE-7ABF-FEBA-D993-94F87FBD3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1465" y="0"/>
            <a:ext cx="5272673" cy="6858000"/>
          </a:xfrm>
        </p:spPr>
      </p:pic>
    </p:spTree>
    <p:extLst>
      <p:ext uri="{BB962C8B-B14F-4D97-AF65-F5344CB8AC3E}">
        <p14:creationId xmlns:p14="http://schemas.microsoft.com/office/powerpoint/2010/main" val="417666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Estefania Roldin Nicolau</dc:creator>
  <cp:lastModifiedBy>Estefania Roldin Nicolau</cp:lastModifiedBy>
  <cp:revision>1</cp:revision>
  <dcterms:created xsi:type="dcterms:W3CDTF">2025-04-22T15:55:14Z</dcterms:created>
  <dcterms:modified xsi:type="dcterms:W3CDTF">2025-04-22T16:22:28Z</dcterms:modified>
</cp:coreProperties>
</file>